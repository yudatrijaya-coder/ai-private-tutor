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67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onaldi halim" userId="6f90b1293c59999e" providerId="LiveId" clId="{BB7BB912-8B35-4792-81D4-0B5EDDCA9FC8}"/>
    <pc:docChg chg="custSel modSld">
      <pc:chgData name="rionaldi halim" userId="6f90b1293c59999e" providerId="LiveId" clId="{BB7BB912-8B35-4792-81D4-0B5EDDCA9FC8}" dt="2026-07-15T01:46:06.052" v="1" actId="478"/>
      <pc:docMkLst>
        <pc:docMk/>
      </pc:docMkLst>
      <pc:sldChg chg="delSp mod">
        <pc:chgData name="rionaldi halim" userId="6f90b1293c59999e" providerId="LiveId" clId="{BB7BB912-8B35-4792-81D4-0B5EDDCA9FC8}" dt="2026-07-15T01:45:59.383" v="0" actId="478"/>
        <pc:sldMkLst>
          <pc:docMk/>
          <pc:sldMk cId="3331684588" sldId="256"/>
        </pc:sldMkLst>
        <pc:spChg chg="del">
          <ac:chgData name="rionaldi halim" userId="6f90b1293c59999e" providerId="LiveId" clId="{BB7BB912-8B35-4792-81D4-0B5EDDCA9FC8}" dt="2026-07-15T01:45:59.383" v="0" actId="478"/>
          <ac:spMkLst>
            <pc:docMk/>
            <pc:sldMk cId="3331684588" sldId="256"/>
            <ac:spMk id="5" creationId="{00000000-0000-0000-0000-000000000000}"/>
          </ac:spMkLst>
        </pc:spChg>
      </pc:sldChg>
      <pc:sldChg chg="addSp delSp modSp mod">
        <pc:chgData name="rionaldi halim" userId="6f90b1293c59999e" providerId="LiveId" clId="{BB7BB912-8B35-4792-81D4-0B5EDDCA9FC8}" dt="2026-07-15T01:46:06.052" v="1" actId="478"/>
        <pc:sldMkLst>
          <pc:docMk/>
          <pc:sldMk cId="1003037465" sldId="266"/>
        </pc:sldMkLst>
        <pc:spChg chg="add mod">
          <ac:chgData name="rionaldi halim" userId="6f90b1293c59999e" providerId="LiveId" clId="{BB7BB912-8B35-4792-81D4-0B5EDDCA9FC8}" dt="2026-07-15T01:46:06.052" v="1" actId="478"/>
          <ac:spMkLst>
            <pc:docMk/>
            <pc:sldMk cId="1003037465" sldId="266"/>
            <ac:spMk id="3" creationId="{51363B6C-0F78-3B18-A9DF-84DB70D8D72D}"/>
          </ac:spMkLst>
        </pc:spChg>
        <pc:spChg chg="del">
          <ac:chgData name="rionaldi halim" userId="6f90b1293c59999e" providerId="LiveId" clId="{BB7BB912-8B35-4792-81D4-0B5EDDCA9FC8}" dt="2026-07-15T01:46:06.052" v="1" actId="478"/>
          <ac:spMkLst>
            <pc:docMk/>
            <pc:sldMk cId="1003037465" sldId="266"/>
            <ac:spMk id="5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55AC26-1728-46EB-AB6E-12482EA0A1D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7CC896-32D8-4E9A-BB97-1BB394D4ED0E}">
      <dgm:prSet phldrT="[Text]"/>
      <dgm:spPr/>
      <dgm:t>
        <a:bodyPr/>
        <a:lstStyle/>
        <a:p>
          <a:r>
            <a:rPr lang="en-US" b="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Algoritma</a:t>
          </a:r>
          <a:endParaRPr lang="en-US" b="0" cap="none" spc="0" dirty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C98A25-1E9E-4845-96DD-604F0E3729F5}" type="parTrans" cxnId="{4FDDD265-86B9-47E4-A8BE-70DF9A1ABA9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88B01D-EA1D-43BB-B77F-39DE1C41C711}" type="sibTrans" cxnId="{4FDDD265-86B9-47E4-A8BE-70DF9A1ABA9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16DC7D-EF00-44EE-8D18-73E69973B427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Program </a:t>
          </a:r>
          <a:r>
            <a:rPr lang="en-US" b="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dalam</a:t>
          </a:r>
          <a:r>
            <a:rPr lang="en-US" b="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Bahasa </a:t>
          </a:r>
          <a:r>
            <a:rPr lang="en-US" b="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tingkat</a:t>
          </a:r>
          <a:r>
            <a:rPr lang="en-US" b="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tinggi</a:t>
          </a:r>
          <a:endParaRPr lang="en-US" b="0" cap="none" spc="0" dirty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971056-6620-4776-A00A-7FE08D326D92}" type="parTrans" cxnId="{C6DB32F7-6883-4735-B8D7-15217AD81F9A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EA7953-6C95-4899-BC9E-1F7566D19B8F}" type="sibTrans" cxnId="{C6DB32F7-6883-4735-B8D7-15217AD81F9A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986978-F1B5-45DA-8672-CC8D842AA76B}">
      <dgm:prSet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Program </a:t>
          </a:r>
          <a:r>
            <a:rPr lang="en-US" b="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dalam</a:t>
          </a:r>
          <a:r>
            <a:rPr lang="en-US" b="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Bahasa </a:t>
          </a:r>
          <a:r>
            <a:rPr lang="en-US" b="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mesin</a:t>
          </a:r>
          <a:endParaRPr lang="en-US" b="0" cap="none" spc="0" dirty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85695F-4712-44F9-B5DA-57FC8CA76794}" type="parTrans" cxnId="{10260FB7-22CE-49A8-B9AB-10FBC2DA379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488191-84C1-42D0-9523-D8CA29436642}" type="sibTrans" cxnId="{10260FB7-22CE-49A8-B9AB-10FBC2DA379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E2E3DD-3D3B-4832-A25B-871E80ED5A75}">
      <dgm:prSet/>
      <dgm:spPr/>
      <dgm:t>
        <a:bodyPr/>
        <a:lstStyle/>
        <a:p>
          <a:r>
            <a:rPr lang="en-US" b="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Operasi</a:t>
          </a:r>
          <a:r>
            <a:rPr lang="en-US" b="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Komputer</a:t>
          </a:r>
          <a:endParaRPr lang="en-US" b="0" cap="none" spc="0" dirty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143D53-1F53-4DC1-9E5D-F9943D3A852D}" type="parTrans" cxnId="{A65FA06F-891A-4ECE-AD87-9345F0EA62D5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9FE2FF-C516-4CFA-A620-B92B3031F127}" type="sibTrans" cxnId="{A65FA06F-891A-4ECE-AD87-9345F0EA62D5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CE449D-55BF-4482-A652-4A1115F08217}" type="pres">
      <dgm:prSet presAssocID="{0B55AC26-1728-46EB-AB6E-12482EA0A1D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8F723B2-9D07-48CC-B28E-68FE9CA8D40F}" type="pres">
      <dgm:prSet presAssocID="{8E7CC896-32D8-4E9A-BB97-1BB394D4ED0E}" presName="hierRoot1" presStyleCnt="0"/>
      <dgm:spPr/>
    </dgm:pt>
    <dgm:pt modelId="{231EC7D4-46CC-4C1F-8DFC-540617B3AB99}" type="pres">
      <dgm:prSet presAssocID="{8E7CC896-32D8-4E9A-BB97-1BB394D4ED0E}" presName="composite" presStyleCnt="0"/>
      <dgm:spPr/>
    </dgm:pt>
    <dgm:pt modelId="{24C6EEF5-37A9-4B67-9A02-2A137B8B6273}" type="pres">
      <dgm:prSet presAssocID="{8E7CC896-32D8-4E9A-BB97-1BB394D4ED0E}" presName="background" presStyleLbl="node0" presStyleIdx="0" presStyleCnt="1"/>
      <dgm:spPr/>
    </dgm:pt>
    <dgm:pt modelId="{684A86CA-27F3-4D6E-9B1F-BD2F1075A89D}" type="pres">
      <dgm:prSet presAssocID="{8E7CC896-32D8-4E9A-BB97-1BB394D4ED0E}" presName="text" presStyleLbl="fgAcc0" presStyleIdx="0" presStyleCnt="1">
        <dgm:presLayoutVars>
          <dgm:chPref val="3"/>
        </dgm:presLayoutVars>
      </dgm:prSet>
      <dgm:spPr/>
    </dgm:pt>
    <dgm:pt modelId="{C59D53E5-E4E7-434B-AA90-2693751DDCBE}" type="pres">
      <dgm:prSet presAssocID="{8E7CC896-32D8-4E9A-BB97-1BB394D4ED0E}" presName="hierChild2" presStyleCnt="0"/>
      <dgm:spPr/>
    </dgm:pt>
    <dgm:pt modelId="{5DEAD265-DC89-4C1C-AB5F-23ADE8D90A0F}" type="pres">
      <dgm:prSet presAssocID="{9B971056-6620-4776-A00A-7FE08D326D92}" presName="Name10" presStyleLbl="parChTrans1D2" presStyleIdx="0" presStyleCnt="1"/>
      <dgm:spPr/>
    </dgm:pt>
    <dgm:pt modelId="{13A67156-8AB4-4850-B403-763495A24020}" type="pres">
      <dgm:prSet presAssocID="{D516DC7D-EF00-44EE-8D18-73E69973B427}" presName="hierRoot2" presStyleCnt="0"/>
      <dgm:spPr/>
    </dgm:pt>
    <dgm:pt modelId="{8DA67DF2-5F59-4F16-9178-9E05ECB24B6B}" type="pres">
      <dgm:prSet presAssocID="{D516DC7D-EF00-44EE-8D18-73E69973B427}" presName="composite2" presStyleCnt="0"/>
      <dgm:spPr/>
    </dgm:pt>
    <dgm:pt modelId="{D97967F8-D630-48F6-AA77-77F701FEBC93}" type="pres">
      <dgm:prSet presAssocID="{D516DC7D-EF00-44EE-8D18-73E69973B427}" presName="background2" presStyleLbl="node2" presStyleIdx="0" presStyleCnt="1"/>
      <dgm:spPr/>
    </dgm:pt>
    <dgm:pt modelId="{3328C41E-3B15-4DB8-9EF0-A473BAA78E18}" type="pres">
      <dgm:prSet presAssocID="{D516DC7D-EF00-44EE-8D18-73E69973B427}" presName="text2" presStyleLbl="fgAcc2" presStyleIdx="0" presStyleCnt="1" custScaleX="337117">
        <dgm:presLayoutVars>
          <dgm:chPref val="3"/>
        </dgm:presLayoutVars>
      </dgm:prSet>
      <dgm:spPr/>
    </dgm:pt>
    <dgm:pt modelId="{DB9605C8-8B6A-40B0-A50C-9C34C9629990}" type="pres">
      <dgm:prSet presAssocID="{D516DC7D-EF00-44EE-8D18-73E69973B427}" presName="hierChild3" presStyleCnt="0"/>
      <dgm:spPr/>
    </dgm:pt>
    <dgm:pt modelId="{1AE7BE13-5A62-4122-AE3A-E2EC9B40DA33}" type="pres">
      <dgm:prSet presAssocID="{4085695F-4712-44F9-B5DA-57FC8CA76794}" presName="Name17" presStyleLbl="parChTrans1D3" presStyleIdx="0" presStyleCnt="1"/>
      <dgm:spPr/>
    </dgm:pt>
    <dgm:pt modelId="{37356712-A657-4ECB-989B-1CD0FD1321A3}" type="pres">
      <dgm:prSet presAssocID="{B0986978-F1B5-45DA-8672-CC8D842AA76B}" presName="hierRoot3" presStyleCnt="0"/>
      <dgm:spPr/>
    </dgm:pt>
    <dgm:pt modelId="{F61296CD-7B8D-4B9F-B08D-05FF94077710}" type="pres">
      <dgm:prSet presAssocID="{B0986978-F1B5-45DA-8672-CC8D842AA76B}" presName="composite3" presStyleCnt="0"/>
      <dgm:spPr/>
    </dgm:pt>
    <dgm:pt modelId="{3BC8710F-EA32-4BF7-A370-88BC2DD9DCF2}" type="pres">
      <dgm:prSet presAssocID="{B0986978-F1B5-45DA-8672-CC8D842AA76B}" presName="background3" presStyleLbl="node3" presStyleIdx="0" presStyleCnt="1"/>
      <dgm:spPr/>
    </dgm:pt>
    <dgm:pt modelId="{2BC310F2-6A40-4D41-B322-F29B1A207636}" type="pres">
      <dgm:prSet presAssocID="{B0986978-F1B5-45DA-8672-CC8D842AA76B}" presName="text3" presStyleLbl="fgAcc3" presStyleIdx="0" presStyleCnt="1" custScaleX="313824">
        <dgm:presLayoutVars>
          <dgm:chPref val="3"/>
        </dgm:presLayoutVars>
      </dgm:prSet>
      <dgm:spPr/>
    </dgm:pt>
    <dgm:pt modelId="{B01B1807-6EB2-45B9-9FFB-836387D2FDA7}" type="pres">
      <dgm:prSet presAssocID="{B0986978-F1B5-45DA-8672-CC8D842AA76B}" presName="hierChild4" presStyleCnt="0"/>
      <dgm:spPr/>
    </dgm:pt>
    <dgm:pt modelId="{3925DC3C-C8E9-43D7-8383-98DB364732E4}" type="pres">
      <dgm:prSet presAssocID="{37143D53-1F53-4DC1-9E5D-F9943D3A852D}" presName="Name23" presStyleLbl="parChTrans1D4" presStyleIdx="0" presStyleCnt="1"/>
      <dgm:spPr/>
    </dgm:pt>
    <dgm:pt modelId="{AE73E6C2-C064-4F3C-954B-F29DFD5BE893}" type="pres">
      <dgm:prSet presAssocID="{70E2E3DD-3D3B-4832-A25B-871E80ED5A75}" presName="hierRoot4" presStyleCnt="0"/>
      <dgm:spPr/>
    </dgm:pt>
    <dgm:pt modelId="{EDE2A136-91D8-4FBF-B9BB-435EED0B4D03}" type="pres">
      <dgm:prSet presAssocID="{70E2E3DD-3D3B-4832-A25B-871E80ED5A75}" presName="composite4" presStyleCnt="0"/>
      <dgm:spPr/>
    </dgm:pt>
    <dgm:pt modelId="{40D309A0-A35D-445F-84BE-F4411FE30992}" type="pres">
      <dgm:prSet presAssocID="{70E2E3DD-3D3B-4832-A25B-871E80ED5A75}" presName="background4" presStyleLbl="node4" presStyleIdx="0" presStyleCnt="1"/>
      <dgm:spPr/>
    </dgm:pt>
    <dgm:pt modelId="{6BA7D43B-8790-4FE8-BEC1-545DD1F2C659}" type="pres">
      <dgm:prSet presAssocID="{70E2E3DD-3D3B-4832-A25B-871E80ED5A75}" presName="text4" presStyleLbl="fgAcc4" presStyleIdx="0" presStyleCnt="1" custScaleX="177561">
        <dgm:presLayoutVars>
          <dgm:chPref val="3"/>
        </dgm:presLayoutVars>
      </dgm:prSet>
      <dgm:spPr/>
    </dgm:pt>
    <dgm:pt modelId="{6CB374A0-2642-403A-B679-8FD1BBB45633}" type="pres">
      <dgm:prSet presAssocID="{70E2E3DD-3D3B-4832-A25B-871E80ED5A75}" presName="hierChild5" presStyleCnt="0"/>
      <dgm:spPr/>
    </dgm:pt>
  </dgm:ptLst>
  <dgm:cxnLst>
    <dgm:cxn modelId="{B26F5021-406B-4911-AA44-A9F68AB92039}" type="presOf" srcId="{B0986978-F1B5-45DA-8672-CC8D842AA76B}" destId="{2BC310F2-6A40-4D41-B322-F29B1A207636}" srcOrd="0" destOrd="0" presId="urn:microsoft.com/office/officeart/2005/8/layout/hierarchy1"/>
    <dgm:cxn modelId="{4FDDD265-86B9-47E4-A8BE-70DF9A1ABA97}" srcId="{0B55AC26-1728-46EB-AB6E-12482EA0A1D3}" destId="{8E7CC896-32D8-4E9A-BB97-1BB394D4ED0E}" srcOrd="0" destOrd="0" parTransId="{A2C98A25-1E9E-4845-96DD-604F0E3729F5}" sibTransId="{E488B01D-EA1D-43BB-B77F-39DE1C41C711}"/>
    <dgm:cxn modelId="{3040426F-74B6-4D61-808A-55C875A06AB4}" type="presOf" srcId="{8E7CC896-32D8-4E9A-BB97-1BB394D4ED0E}" destId="{684A86CA-27F3-4D6E-9B1F-BD2F1075A89D}" srcOrd="0" destOrd="0" presId="urn:microsoft.com/office/officeart/2005/8/layout/hierarchy1"/>
    <dgm:cxn modelId="{A65FA06F-891A-4ECE-AD87-9345F0EA62D5}" srcId="{B0986978-F1B5-45DA-8672-CC8D842AA76B}" destId="{70E2E3DD-3D3B-4832-A25B-871E80ED5A75}" srcOrd="0" destOrd="0" parTransId="{37143D53-1F53-4DC1-9E5D-F9943D3A852D}" sibTransId="{6F9FE2FF-C516-4CFA-A620-B92B3031F127}"/>
    <dgm:cxn modelId="{3FFE0074-52E9-4EF6-AF74-16A64FA8970F}" type="presOf" srcId="{9B971056-6620-4776-A00A-7FE08D326D92}" destId="{5DEAD265-DC89-4C1C-AB5F-23ADE8D90A0F}" srcOrd="0" destOrd="0" presId="urn:microsoft.com/office/officeart/2005/8/layout/hierarchy1"/>
    <dgm:cxn modelId="{F450B159-50A2-42AF-A421-1E724122F927}" type="presOf" srcId="{37143D53-1F53-4DC1-9E5D-F9943D3A852D}" destId="{3925DC3C-C8E9-43D7-8383-98DB364732E4}" srcOrd="0" destOrd="0" presId="urn:microsoft.com/office/officeart/2005/8/layout/hierarchy1"/>
    <dgm:cxn modelId="{D396CE7A-AB62-437A-8F67-0C0B52A14EAE}" type="presOf" srcId="{70E2E3DD-3D3B-4832-A25B-871E80ED5A75}" destId="{6BA7D43B-8790-4FE8-BEC1-545DD1F2C659}" srcOrd="0" destOrd="0" presId="urn:microsoft.com/office/officeart/2005/8/layout/hierarchy1"/>
    <dgm:cxn modelId="{7B8B22B2-54AD-4F8B-8A12-726681BC5D18}" type="presOf" srcId="{0B55AC26-1728-46EB-AB6E-12482EA0A1D3}" destId="{7ECE449D-55BF-4482-A652-4A1115F08217}" srcOrd="0" destOrd="0" presId="urn:microsoft.com/office/officeart/2005/8/layout/hierarchy1"/>
    <dgm:cxn modelId="{10260FB7-22CE-49A8-B9AB-10FBC2DA379B}" srcId="{D516DC7D-EF00-44EE-8D18-73E69973B427}" destId="{B0986978-F1B5-45DA-8672-CC8D842AA76B}" srcOrd="0" destOrd="0" parTransId="{4085695F-4712-44F9-B5DA-57FC8CA76794}" sibTransId="{31488191-84C1-42D0-9523-D8CA29436642}"/>
    <dgm:cxn modelId="{CEE9FBD0-C332-4B55-A4F0-0E8918F24686}" type="presOf" srcId="{4085695F-4712-44F9-B5DA-57FC8CA76794}" destId="{1AE7BE13-5A62-4122-AE3A-E2EC9B40DA33}" srcOrd="0" destOrd="0" presId="urn:microsoft.com/office/officeart/2005/8/layout/hierarchy1"/>
    <dgm:cxn modelId="{C6DB32F7-6883-4735-B8D7-15217AD81F9A}" srcId="{8E7CC896-32D8-4E9A-BB97-1BB394D4ED0E}" destId="{D516DC7D-EF00-44EE-8D18-73E69973B427}" srcOrd="0" destOrd="0" parTransId="{9B971056-6620-4776-A00A-7FE08D326D92}" sibTransId="{A2EA7953-6C95-4899-BC9E-1F7566D19B8F}"/>
    <dgm:cxn modelId="{40CEF3FB-737B-41D4-8317-B79BE1B8E1E8}" type="presOf" srcId="{D516DC7D-EF00-44EE-8D18-73E69973B427}" destId="{3328C41E-3B15-4DB8-9EF0-A473BAA78E18}" srcOrd="0" destOrd="0" presId="urn:microsoft.com/office/officeart/2005/8/layout/hierarchy1"/>
    <dgm:cxn modelId="{0FA6BB95-80CE-4A0F-8B66-68237E02D9D6}" type="presParOf" srcId="{7ECE449D-55BF-4482-A652-4A1115F08217}" destId="{98F723B2-9D07-48CC-B28E-68FE9CA8D40F}" srcOrd="0" destOrd="0" presId="urn:microsoft.com/office/officeart/2005/8/layout/hierarchy1"/>
    <dgm:cxn modelId="{831CD490-0F9E-47E4-B985-75C89D805E0F}" type="presParOf" srcId="{98F723B2-9D07-48CC-B28E-68FE9CA8D40F}" destId="{231EC7D4-46CC-4C1F-8DFC-540617B3AB99}" srcOrd="0" destOrd="0" presId="urn:microsoft.com/office/officeart/2005/8/layout/hierarchy1"/>
    <dgm:cxn modelId="{FC5A6EDF-A2DB-4546-9D9B-74B3B35648A1}" type="presParOf" srcId="{231EC7D4-46CC-4C1F-8DFC-540617B3AB99}" destId="{24C6EEF5-37A9-4B67-9A02-2A137B8B6273}" srcOrd="0" destOrd="0" presId="urn:microsoft.com/office/officeart/2005/8/layout/hierarchy1"/>
    <dgm:cxn modelId="{9F76675A-B7A5-47B8-AF6A-97099D1051A5}" type="presParOf" srcId="{231EC7D4-46CC-4C1F-8DFC-540617B3AB99}" destId="{684A86CA-27F3-4D6E-9B1F-BD2F1075A89D}" srcOrd="1" destOrd="0" presId="urn:microsoft.com/office/officeart/2005/8/layout/hierarchy1"/>
    <dgm:cxn modelId="{8AC36BF5-3604-4057-8F31-EA5D3872E2E0}" type="presParOf" srcId="{98F723B2-9D07-48CC-B28E-68FE9CA8D40F}" destId="{C59D53E5-E4E7-434B-AA90-2693751DDCBE}" srcOrd="1" destOrd="0" presId="urn:microsoft.com/office/officeart/2005/8/layout/hierarchy1"/>
    <dgm:cxn modelId="{C2D941B3-917F-4AC3-9EAB-2F62CD5FD9AC}" type="presParOf" srcId="{C59D53E5-E4E7-434B-AA90-2693751DDCBE}" destId="{5DEAD265-DC89-4C1C-AB5F-23ADE8D90A0F}" srcOrd="0" destOrd="0" presId="urn:microsoft.com/office/officeart/2005/8/layout/hierarchy1"/>
    <dgm:cxn modelId="{88B71E6D-E426-4F42-BA77-9C70636993C7}" type="presParOf" srcId="{C59D53E5-E4E7-434B-AA90-2693751DDCBE}" destId="{13A67156-8AB4-4850-B403-763495A24020}" srcOrd="1" destOrd="0" presId="urn:microsoft.com/office/officeart/2005/8/layout/hierarchy1"/>
    <dgm:cxn modelId="{3EEEA766-0FA5-4F52-95DE-5D1000E8C46A}" type="presParOf" srcId="{13A67156-8AB4-4850-B403-763495A24020}" destId="{8DA67DF2-5F59-4F16-9178-9E05ECB24B6B}" srcOrd="0" destOrd="0" presId="urn:microsoft.com/office/officeart/2005/8/layout/hierarchy1"/>
    <dgm:cxn modelId="{0E25E2D1-5F16-48FD-8702-4BCFC2511CD8}" type="presParOf" srcId="{8DA67DF2-5F59-4F16-9178-9E05ECB24B6B}" destId="{D97967F8-D630-48F6-AA77-77F701FEBC93}" srcOrd="0" destOrd="0" presId="urn:microsoft.com/office/officeart/2005/8/layout/hierarchy1"/>
    <dgm:cxn modelId="{D2170D21-AEB4-4651-A1C2-2CFF702CFD5B}" type="presParOf" srcId="{8DA67DF2-5F59-4F16-9178-9E05ECB24B6B}" destId="{3328C41E-3B15-4DB8-9EF0-A473BAA78E18}" srcOrd="1" destOrd="0" presId="urn:microsoft.com/office/officeart/2005/8/layout/hierarchy1"/>
    <dgm:cxn modelId="{EF3F0E09-6A83-4772-B965-7E3A937A77FF}" type="presParOf" srcId="{13A67156-8AB4-4850-B403-763495A24020}" destId="{DB9605C8-8B6A-40B0-A50C-9C34C9629990}" srcOrd="1" destOrd="0" presId="urn:microsoft.com/office/officeart/2005/8/layout/hierarchy1"/>
    <dgm:cxn modelId="{E4322FAD-72B7-4B79-AA1A-FE507340C9B5}" type="presParOf" srcId="{DB9605C8-8B6A-40B0-A50C-9C34C9629990}" destId="{1AE7BE13-5A62-4122-AE3A-E2EC9B40DA33}" srcOrd="0" destOrd="0" presId="urn:microsoft.com/office/officeart/2005/8/layout/hierarchy1"/>
    <dgm:cxn modelId="{55EAC570-8C14-447A-A253-DD133DA952E2}" type="presParOf" srcId="{DB9605C8-8B6A-40B0-A50C-9C34C9629990}" destId="{37356712-A657-4ECB-989B-1CD0FD1321A3}" srcOrd="1" destOrd="0" presId="urn:microsoft.com/office/officeart/2005/8/layout/hierarchy1"/>
    <dgm:cxn modelId="{A5B9617D-13C8-4E25-ABD2-CFC6CB330D22}" type="presParOf" srcId="{37356712-A657-4ECB-989B-1CD0FD1321A3}" destId="{F61296CD-7B8D-4B9F-B08D-05FF94077710}" srcOrd="0" destOrd="0" presId="urn:microsoft.com/office/officeart/2005/8/layout/hierarchy1"/>
    <dgm:cxn modelId="{191A1195-C351-4503-B326-6D799C1FF3D3}" type="presParOf" srcId="{F61296CD-7B8D-4B9F-B08D-05FF94077710}" destId="{3BC8710F-EA32-4BF7-A370-88BC2DD9DCF2}" srcOrd="0" destOrd="0" presId="urn:microsoft.com/office/officeart/2005/8/layout/hierarchy1"/>
    <dgm:cxn modelId="{5B0A7971-8601-431F-A72F-114BD777C4DA}" type="presParOf" srcId="{F61296CD-7B8D-4B9F-B08D-05FF94077710}" destId="{2BC310F2-6A40-4D41-B322-F29B1A207636}" srcOrd="1" destOrd="0" presId="urn:microsoft.com/office/officeart/2005/8/layout/hierarchy1"/>
    <dgm:cxn modelId="{EC82A89C-6D4A-4EF5-807A-B03CB035D514}" type="presParOf" srcId="{37356712-A657-4ECB-989B-1CD0FD1321A3}" destId="{B01B1807-6EB2-45B9-9FFB-836387D2FDA7}" srcOrd="1" destOrd="0" presId="urn:microsoft.com/office/officeart/2005/8/layout/hierarchy1"/>
    <dgm:cxn modelId="{69E87990-5D12-433C-8296-AB327633D920}" type="presParOf" srcId="{B01B1807-6EB2-45B9-9FFB-836387D2FDA7}" destId="{3925DC3C-C8E9-43D7-8383-98DB364732E4}" srcOrd="0" destOrd="0" presId="urn:microsoft.com/office/officeart/2005/8/layout/hierarchy1"/>
    <dgm:cxn modelId="{D1E14B16-B763-43AD-A237-2994B73E5942}" type="presParOf" srcId="{B01B1807-6EB2-45B9-9FFB-836387D2FDA7}" destId="{AE73E6C2-C064-4F3C-954B-F29DFD5BE893}" srcOrd="1" destOrd="0" presId="urn:microsoft.com/office/officeart/2005/8/layout/hierarchy1"/>
    <dgm:cxn modelId="{F9CAF6A7-96DA-43B3-BDF3-0050F7A028F4}" type="presParOf" srcId="{AE73E6C2-C064-4F3C-954B-F29DFD5BE893}" destId="{EDE2A136-91D8-4FBF-B9BB-435EED0B4D03}" srcOrd="0" destOrd="0" presId="urn:microsoft.com/office/officeart/2005/8/layout/hierarchy1"/>
    <dgm:cxn modelId="{C6BF151C-F02B-4CDE-8A2B-78E12228C45B}" type="presParOf" srcId="{EDE2A136-91D8-4FBF-B9BB-435EED0B4D03}" destId="{40D309A0-A35D-445F-84BE-F4411FE30992}" srcOrd="0" destOrd="0" presId="urn:microsoft.com/office/officeart/2005/8/layout/hierarchy1"/>
    <dgm:cxn modelId="{21C8A564-B481-4F7B-8D64-ABF52B63E291}" type="presParOf" srcId="{EDE2A136-91D8-4FBF-B9BB-435EED0B4D03}" destId="{6BA7D43B-8790-4FE8-BEC1-545DD1F2C659}" srcOrd="1" destOrd="0" presId="urn:microsoft.com/office/officeart/2005/8/layout/hierarchy1"/>
    <dgm:cxn modelId="{D48304EA-664D-4889-90F1-5B74B9027E31}" type="presParOf" srcId="{AE73E6C2-C064-4F3C-954B-F29DFD5BE893}" destId="{6CB374A0-2642-403A-B679-8FD1BBB4563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5DC3C-C8E9-43D7-8383-98DB364732E4}">
      <dsp:nvSpPr>
        <dsp:cNvPr id="0" name=""/>
        <dsp:cNvSpPr/>
      </dsp:nvSpPr>
      <dsp:spPr>
        <a:xfrm>
          <a:off x="2465436" y="2629338"/>
          <a:ext cx="91440" cy="3074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74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7BE13-5A62-4122-AE3A-E2EC9B40DA33}">
      <dsp:nvSpPr>
        <dsp:cNvPr id="0" name=""/>
        <dsp:cNvSpPr/>
      </dsp:nvSpPr>
      <dsp:spPr>
        <a:xfrm>
          <a:off x="2465436" y="1650673"/>
          <a:ext cx="91440" cy="3074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74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EAD265-DC89-4C1C-AB5F-23ADE8D90A0F}">
      <dsp:nvSpPr>
        <dsp:cNvPr id="0" name=""/>
        <dsp:cNvSpPr/>
      </dsp:nvSpPr>
      <dsp:spPr>
        <a:xfrm>
          <a:off x="2465436" y="672007"/>
          <a:ext cx="91440" cy="3074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74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6EEF5-37A9-4B67-9A02-2A137B8B6273}">
      <dsp:nvSpPr>
        <dsp:cNvPr id="0" name=""/>
        <dsp:cNvSpPr/>
      </dsp:nvSpPr>
      <dsp:spPr>
        <a:xfrm>
          <a:off x="1982623" y="771"/>
          <a:ext cx="1057064" cy="671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A86CA-27F3-4D6E-9B1F-BD2F1075A89D}">
      <dsp:nvSpPr>
        <dsp:cNvPr id="0" name=""/>
        <dsp:cNvSpPr/>
      </dsp:nvSpPr>
      <dsp:spPr>
        <a:xfrm>
          <a:off x="2100075" y="112350"/>
          <a:ext cx="1057064" cy="6712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Algoritma</a:t>
          </a:r>
          <a:endParaRPr lang="en-US" sz="1700" b="0" kern="1200" cap="none" spc="0" dirty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19735" y="132010"/>
        <a:ext cx="1017744" cy="631916"/>
      </dsp:txXfrm>
    </dsp:sp>
    <dsp:sp modelId="{D97967F8-D630-48F6-AA77-77F701FEBC93}">
      <dsp:nvSpPr>
        <dsp:cNvPr id="0" name=""/>
        <dsp:cNvSpPr/>
      </dsp:nvSpPr>
      <dsp:spPr>
        <a:xfrm>
          <a:off x="729383" y="979437"/>
          <a:ext cx="3563544" cy="671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8C41E-3B15-4DB8-9EF0-A473BAA78E18}">
      <dsp:nvSpPr>
        <dsp:cNvPr id="0" name=""/>
        <dsp:cNvSpPr/>
      </dsp:nvSpPr>
      <dsp:spPr>
        <a:xfrm>
          <a:off x="846835" y="1091016"/>
          <a:ext cx="3563544" cy="6712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Program </a:t>
          </a:r>
          <a:r>
            <a:rPr lang="en-US" sz="1700" b="0" kern="120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dalam</a:t>
          </a:r>
          <a:r>
            <a:rPr lang="en-US" sz="1700" b="0" kern="120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Bahasa </a:t>
          </a:r>
          <a:r>
            <a:rPr lang="en-US" sz="1700" b="0" kern="120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tingkat</a:t>
          </a:r>
          <a:r>
            <a:rPr lang="en-US" sz="1700" b="0" kern="120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b="0" kern="120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tinggi</a:t>
          </a:r>
          <a:endParaRPr lang="en-US" sz="1700" b="0" kern="1200" cap="none" spc="0" dirty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66495" y="1110676"/>
        <a:ext cx="3524224" cy="631916"/>
      </dsp:txXfrm>
    </dsp:sp>
    <dsp:sp modelId="{3BC8710F-EA32-4BF7-A370-88BC2DD9DCF2}">
      <dsp:nvSpPr>
        <dsp:cNvPr id="0" name=""/>
        <dsp:cNvSpPr/>
      </dsp:nvSpPr>
      <dsp:spPr>
        <a:xfrm>
          <a:off x="852494" y="1958102"/>
          <a:ext cx="3317322" cy="671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310F2-6A40-4D41-B322-F29B1A207636}">
      <dsp:nvSpPr>
        <dsp:cNvPr id="0" name=""/>
        <dsp:cNvSpPr/>
      </dsp:nvSpPr>
      <dsp:spPr>
        <a:xfrm>
          <a:off x="969946" y="2069681"/>
          <a:ext cx="3317322" cy="6712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Program </a:t>
          </a:r>
          <a:r>
            <a:rPr lang="en-US" sz="1700" b="0" kern="120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dalam</a:t>
          </a:r>
          <a:r>
            <a:rPr lang="en-US" sz="1700" b="0" kern="120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Bahasa </a:t>
          </a:r>
          <a:r>
            <a:rPr lang="en-US" sz="1700" b="0" kern="120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mesin</a:t>
          </a:r>
          <a:endParaRPr lang="en-US" sz="1700" b="0" kern="1200" cap="none" spc="0" dirty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89606" y="2089341"/>
        <a:ext cx="3278002" cy="631916"/>
      </dsp:txXfrm>
    </dsp:sp>
    <dsp:sp modelId="{40D309A0-A35D-445F-84BE-F4411FE30992}">
      <dsp:nvSpPr>
        <dsp:cNvPr id="0" name=""/>
        <dsp:cNvSpPr/>
      </dsp:nvSpPr>
      <dsp:spPr>
        <a:xfrm>
          <a:off x="1572688" y="2936768"/>
          <a:ext cx="1876934" cy="671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7D43B-8790-4FE8-BEC1-545DD1F2C659}">
      <dsp:nvSpPr>
        <dsp:cNvPr id="0" name=""/>
        <dsp:cNvSpPr/>
      </dsp:nvSpPr>
      <dsp:spPr>
        <a:xfrm>
          <a:off x="1690140" y="3048347"/>
          <a:ext cx="1876934" cy="6712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Operasi</a:t>
          </a:r>
          <a:r>
            <a:rPr lang="en-US" sz="1700" b="0" kern="1200" cap="none" spc="0" dirty="0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b="0" kern="1200" cap="none" spc="0" dirty="0" err="1">
              <a:ln w="0"/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Komputer</a:t>
          </a:r>
          <a:endParaRPr lang="en-US" sz="1700" b="0" kern="1200" cap="none" spc="0" dirty="0">
            <a:ln w="0"/>
            <a:solidFill>
              <a:schemeClr val="tx1"/>
            </a:solidFill>
            <a:effectLst/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09800" y="3068007"/>
        <a:ext cx="1837614" cy="6319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B78A697-9D75-4DE8-8C28-1296A6CF43C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D967-1B7E-40AA-AAF7-BA98E0E039F7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490F-3E6A-4544-9694-22B6007FE3C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F9620-38BC-4982-922B-C904A70C41DD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FC6-E80E-40CB-B83C-A6FFE3EF0BA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863F-52DC-41B2-9D00-5A4E5632AC32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14-3909-43DC-A067-7F9842F8B81D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9323-6A73-409C-86A6-9EAF0F85112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0176-F1D3-49EC-82F4-0915A3AC4184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3075A-B3CA-4308-8288-4AA3FDE33D80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4B8D-FEEF-4ACC-AE11-BD533592BCD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26006-7E0B-4944-9FC8-8FFECA54B11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3413-B80B-4905-8668-7292F4C8B0D5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9662-C6A4-45F9-A235-129F0C1DEF43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B764-976A-4040-BDCA-252C91CEE939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C935-CE77-4008-BAD9-6108F00BE393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62D5-4244-4B26-B385-E71032EABECD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50172865-FBF0-458A-BAFF-4F75173770F5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penerapannya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8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129989"/>
            <a:ext cx="10396882" cy="721659"/>
          </a:xfrm>
        </p:spPr>
        <p:txBody>
          <a:bodyPr>
            <a:normAutofit fontScale="90000"/>
          </a:bodyPr>
          <a:lstStyle/>
          <a:p>
            <a:r>
              <a:rPr lang="en-US" dirty="0"/>
              <a:t>A.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algoritma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1" y="924878"/>
            <a:ext cx="11082683" cy="4947004"/>
          </a:xfrm>
        </p:spPr>
        <p:txBody>
          <a:bodyPr anchor="t">
            <a:normAutofit/>
          </a:bodyPr>
          <a:lstStyle/>
          <a:p>
            <a:pPr marL="447675" indent="-447675" defTabSz="2062163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LOGIKA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Kemampuan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manusia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berfikir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akal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tentang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kebenaran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dibuktikan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diterima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akal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0658" y="2750094"/>
            <a:ext cx="101833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singkat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ilmu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dikategorikan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AutoNum type="arabicPeriod"/>
            </a:pP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menyatakan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menjelaskan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prinsip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abstrak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dipakai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ilmu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pengetahuan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menambah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berpikir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melatih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mengembangkan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daya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pemikiran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menimbulkan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disiplin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intelektual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mencegah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tersesat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segala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sesuatu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peroleh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otoritas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emosi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prasangka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berpikir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sendiri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tahu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membedakan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salah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Logika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berpikir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lurus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tepat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teratur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berpikir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demikian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memperoleh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kebenaran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menghindari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kesesatan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56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67235"/>
            <a:ext cx="10396882" cy="1151965"/>
          </a:xfrm>
        </p:spPr>
        <p:txBody>
          <a:bodyPr/>
          <a:lstStyle/>
          <a:p>
            <a:r>
              <a:rPr lang="en-US" dirty="0"/>
              <a:t>A.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algoritma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1828800"/>
            <a:ext cx="10394707" cy="3836894"/>
          </a:xfrm>
        </p:spPr>
        <p:txBody>
          <a:bodyPr anchor="t">
            <a:normAutofit/>
          </a:bodyPr>
          <a:lstStyle/>
          <a:p>
            <a:pPr marL="538163" indent="-538163">
              <a:buNone/>
            </a:pPr>
            <a:r>
              <a:rPr lang="en-US" sz="2800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br>
              <a:rPr lang="en-US" sz="2800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Definisi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urutan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langkah-langkah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logis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disusun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sistematis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logis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dituangkan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tertulis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haruslah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keluaran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sz="24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2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6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93060" y="708212"/>
            <a:ext cx="10587448" cy="4957482"/>
          </a:xfrm>
        </p:spPr>
        <p:txBody>
          <a:bodyPr anchor="t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kehidupan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sehari-hari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proses yang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dinyatakan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Pihak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disebut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pemroses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berupa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manusia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elektronik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Pemroses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menjabarkan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sz="18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18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Perhatikan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spcBef>
                <a:spcPts val="0"/>
              </a:spcBef>
              <a:buFont typeface="+mj-lt"/>
              <a:buAutoNum type="alphaLcPeriod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Siapkan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bahan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sebungkus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mie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instan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air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gelas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panci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kompor</a:t>
            </a:r>
            <a:endParaRPr lang="en-US" sz="16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lphaLcPeriod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Buka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mie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bumbu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bungkus</a:t>
            </a:r>
            <a:endParaRPr lang="en-US" sz="16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lphaLcPeriod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Tuang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air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panci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atas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kompor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hidupkan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kompor</a:t>
            </a:r>
            <a:endParaRPr lang="en-US" sz="16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lphaLcPeriod"/>
            </a:pP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Rebus air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mendidih</a:t>
            </a:r>
            <a:endParaRPr lang="en-US" sz="16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lphaLcPeriod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Masukkan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mie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air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mendidih</a:t>
            </a:r>
            <a:endParaRPr lang="en-US" sz="16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lphaLcPeriod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Tunggu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sampai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matang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matikan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kompor</a:t>
            </a:r>
            <a:endParaRPr lang="en-US" sz="16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lphaLcPeriod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Masukkan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bumbu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piring</a:t>
            </a:r>
            <a:endParaRPr lang="en-US" sz="16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lphaLcPeriod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Tiriskan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mie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masukan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mie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piring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Bef>
                <a:spcPts val="0"/>
              </a:spcBef>
              <a:buFont typeface="+mj-lt"/>
              <a:buAutoNum type="alphaLcPeriod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aduk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siap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dihidangkan</a:t>
            </a:r>
            <a:endParaRPr lang="en-US" sz="16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28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79614" y="709725"/>
            <a:ext cx="7346575" cy="5206980"/>
          </a:xfrm>
        </p:spPr>
        <p:txBody>
          <a:bodyPr anchor="t">
            <a:normAutofit/>
          </a:bodyPr>
          <a:lstStyle/>
          <a:p>
            <a:pPr marL="342900" indent="-342900">
              <a:buAutoNum type="alphaLcPeriod"/>
            </a:pPr>
            <a:r>
              <a:rPr lang="en-US" cap="none" dirty="0" err="1">
                <a:ln w="0"/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cap="none" dirty="0">
                <a:ln w="0"/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Program </a:t>
            </a:r>
            <a:r>
              <a:rPr lang="en-US" cap="none" dirty="0" err="1">
                <a:ln w="0"/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cap="none" dirty="0">
                <a:ln w="0"/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endParaRPr lang="en-US" cap="none" dirty="0">
              <a:ln w="0"/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pemroses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menjalankan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dibuat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Bahasa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disebut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langkah-langkah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sedangkan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wujud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Bahasa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Program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ditulis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Bahasa yang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dimengerti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terbagi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Bahasa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tingkat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(C, BASIC)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tinggkat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rendah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(Bahasa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mesin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endParaRPr lang="en-US" sz="16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40610092"/>
              </p:ext>
            </p:extLst>
          </p:nvPr>
        </p:nvGraphicFramePr>
        <p:xfrm>
          <a:off x="7294283" y="826267"/>
          <a:ext cx="5139764" cy="3720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510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030" y="-142759"/>
            <a:ext cx="10394707" cy="1158140"/>
          </a:xfrm>
        </p:spPr>
        <p:txBody>
          <a:bodyPr>
            <a:noAutofit/>
          </a:bodyPr>
          <a:lstStyle/>
          <a:p>
            <a:r>
              <a:rPr lang="en-US" sz="32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32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Menilai</a:t>
            </a:r>
            <a:r>
              <a:rPr lang="en-US" sz="32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2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32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32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endParaRPr lang="en-US" sz="32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59767" y="1981118"/>
            <a:ext cx="4856158" cy="679994"/>
          </a:xfrm>
        </p:spPr>
        <p:txBody>
          <a:bodyPr/>
          <a:lstStyle/>
          <a:p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menilai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59767" y="2754347"/>
            <a:ext cx="5088712" cy="2512852"/>
          </a:xfrm>
        </p:spPr>
        <p:txBody>
          <a:bodyPr anchor="t">
            <a:normAutofit/>
          </a:bodyPr>
          <a:lstStyle/>
          <a:p>
            <a:pPr marL="800100" lvl="1" indent="-342900">
              <a:buFont typeface="+mj-lt"/>
              <a:buAutoNum type="arabicParenR"/>
            </a:pP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Tingkat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kepercayaan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i="1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realibility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Pemrosesan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biaya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rendah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Sifatnya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general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lanjut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expandable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dimengerti</a:t>
            </a:r>
            <a:endParaRPr lang="en-US" sz="14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Portabilitas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4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Precise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tepat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betul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teliti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993969" y="2754347"/>
            <a:ext cx="5088713" cy="251285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14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nol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inputan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luar</a:t>
            </a:r>
            <a:endParaRPr lang="en-US" sz="14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14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minimal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output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keluaran</a:t>
            </a:r>
            <a:endParaRPr lang="en-US" sz="14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14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Definiteness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pasti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algortima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instruksi-instruksi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ambigu</a:t>
            </a:r>
            <a:endParaRPr lang="en-US" sz="14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14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Finiteness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batas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titik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berhenti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stopping role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400" i="1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Efectiveness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tepat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sebisa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mungkin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dilaksanakan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efektif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2698" y="685850"/>
            <a:ext cx="10475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dibuat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orang </a:t>
            </a:r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berbeda-beda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walaupun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diharapkan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idx="1"/>
          </p:nvPr>
        </p:nvSpPr>
        <p:spPr>
          <a:xfrm>
            <a:off x="5993969" y="1980266"/>
            <a:ext cx="4856158" cy="679994"/>
          </a:xfrm>
        </p:spPr>
        <p:txBody>
          <a:bodyPr/>
          <a:lstStyle/>
          <a:p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US" sz="24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dipenuhi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243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01707" y="107577"/>
            <a:ext cx="10396882" cy="663388"/>
          </a:xfrm>
        </p:spPr>
        <p:txBody>
          <a:bodyPr>
            <a:normAutofit/>
          </a:bodyPr>
          <a:lstStyle/>
          <a:p>
            <a:r>
              <a:rPr lang="en-US" sz="2800" dirty="0"/>
              <a:t>c. </a:t>
            </a:r>
            <a:r>
              <a:rPr lang="en-US" sz="2800" dirty="0" err="1"/>
              <a:t>Struktur</a:t>
            </a:r>
            <a:r>
              <a:rPr lang="en-US" sz="2800" dirty="0"/>
              <a:t> </a:t>
            </a:r>
            <a:r>
              <a:rPr lang="en-US" sz="2800" dirty="0" err="1"/>
              <a:t>Dasar</a:t>
            </a:r>
            <a:r>
              <a:rPr lang="en-US" sz="2800" dirty="0"/>
              <a:t> </a:t>
            </a:r>
            <a:r>
              <a:rPr lang="en-US" sz="2800" dirty="0" err="1"/>
              <a:t>Algoritma</a:t>
            </a:r>
            <a:endParaRPr lang="en-US" sz="28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43753" y="1041420"/>
            <a:ext cx="10394707" cy="4373262"/>
          </a:xfrm>
        </p:spPr>
        <p:txBody>
          <a:bodyPr anchor="t"/>
          <a:lstStyle/>
          <a:p>
            <a:pPr marL="730250" lvl="1" indent="-371475">
              <a:lnSpc>
                <a:spcPct val="100000"/>
              </a:lnSpc>
              <a:buFont typeface="+mj-lt"/>
              <a:buAutoNum type="arabicParenR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Runtunan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sekuensial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20725" lvl="2" indent="0">
              <a:lnSpc>
                <a:spcPct val="100000"/>
              </a:lnSpc>
              <a:buNone/>
            </a:pP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Urutan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instruksi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akhir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Bila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urutan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penulisan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berubah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kemungkinan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akhirnya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berubah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524000" lvl="2" indent="0">
              <a:lnSpc>
                <a:spcPct val="100000"/>
              </a:lnSpc>
              <a:buNone/>
            </a:pPr>
            <a:endParaRPr lang="en-US" sz="100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lvl="2" indent="-361950">
              <a:lnSpc>
                <a:spcPct val="100000"/>
              </a:lnSpc>
              <a:buFont typeface="+mj-lt"/>
              <a:buAutoNum type="arabicParenR" startAt="2"/>
            </a:pP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Seleksi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Pemilihan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15963" lvl="2" indent="0" defTabSz="239713">
              <a:lnSpc>
                <a:spcPct val="100000"/>
              </a:lnSpc>
              <a:buNone/>
            </a:pP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Pemilihan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instruksi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dikerjakan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tertentu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persyaratan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bernilai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salah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instruksi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dilaksanakan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apabila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bernilai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benar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Sebaliknya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apabila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salah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instruksi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dilaksanakan</a:t>
            </a:r>
            <a:r>
              <a:rPr lang="en-US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17550" indent="-358775" defTabSz="239713">
              <a:lnSpc>
                <a:spcPct val="100000"/>
              </a:lnSpc>
              <a:buFont typeface="+mj-lt"/>
              <a:buAutoNum type="arabicParenR" startAt="3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Pengulangan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Repetisi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Pengulangan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mengerjakan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sejumlah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aksi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sebanyak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diinginkan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pernyataan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pengulangan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dibahasa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b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for…., while()…, do…while()…, repeat…until, for…down, to…do,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for…to…do.</a:t>
            </a:r>
          </a:p>
          <a:p>
            <a:pPr marL="0" indent="0">
              <a:buNone/>
            </a:pPr>
            <a:endParaRPr lang="en-US" cap="none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41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01707" y="107577"/>
            <a:ext cx="10396882" cy="663388"/>
          </a:xfrm>
        </p:spPr>
        <p:txBody>
          <a:bodyPr>
            <a:normAutofit/>
          </a:bodyPr>
          <a:lstStyle/>
          <a:p>
            <a:r>
              <a:rPr lang="en-US" sz="2800" dirty="0"/>
              <a:t>c. </a:t>
            </a:r>
            <a:r>
              <a:rPr lang="en-US" sz="2800" dirty="0" err="1"/>
              <a:t>Penulisan</a:t>
            </a:r>
            <a:r>
              <a:rPr lang="en-US" sz="2800" dirty="0"/>
              <a:t> </a:t>
            </a:r>
            <a:r>
              <a:rPr lang="en-US" sz="2800" dirty="0" err="1"/>
              <a:t>algoritma</a:t>
            </a:r>
            <a:endParaRPr lang="en-US" sz="280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43753" y="1041420"/>
            <a:ext cx="10394707" cy="4373262"/>
          </a:xfrm>
        </p:spPr>
        <p:txBody>
          <a:bodyPr anchor="t"/>
          <a:lstStyle/>
          <a:p>
            <a:pPr marL="358775" lvl="1" indent="0">
              <a:lnSpc>
                <a:spcPct val="100000"/>
              </a:lnSpc>
              <a:buNone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penulisan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tiga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kalimat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Bahasa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Manusia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Kelemahan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kalimat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Bahasa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Manusia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sulit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dipahami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terkadang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menimbulkan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ambigu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bermakna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(diagram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alir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b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Alur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jelas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panjang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praktis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Artinya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mirip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Bahasa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sesungguhnya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sulit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dimengerti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orang yang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Bahasa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none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sz="1600" cap="none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101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penulisan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pemrograman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kalimat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2526533"/>
          </a:xfrm>
        </p:spPr>
        <p:txBody>
          <a:bodyPr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Judul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: program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hitung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luas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persegi</a:t>
            </a:r>
            <a:endParaRPr lang="en-US" cap="none" dirty="0">
              <a:ln w="0"/>
              <a:latin typeface="Consolas" panose="020B0609020204030204" pitchFamily="49" charset="0"/>
              <a:ea typeface="Adobe Song Std L" panose="02020300000000000000" pitchFamily="18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Program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untuk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menghitung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luas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persegi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dengan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L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sebagai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lebar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dan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P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sebagai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panjang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Algoritma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:</a:t>
            </a:r>
          </a:p>
          <a:p>
            <a:pPr marL="268288" indent="-268288">
              <a:buSzPct val="100000"/>
              <a:buAutoNum type="arabicPeriod"/>
            </a:pP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Baca L</a:t>
            </a:r>
          </a:p>
          <a:p>
            <a:pPr marL="268288" indent="-268288">
              <a:buSzPct val="100000"/>
              <a:buAutoNum type="arabicPeriod"/>
            </a:pP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Baca P</a:t>
            </a:r>
          </a:p>
          <a:p>
            <a:pPr marL="268288" indent="-268288">
              <a:buSzPct val="100000"/>
              <a:buAutoNum type="arabicPeriod"/>
            </a:pP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Hitung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luas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persegi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dengan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persamaan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= L*P (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bintang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artinya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kali)</a:t>
            </a:r>
          </a:p>
          <a:p>
            <a:pPr marL="268288" indent="-268288">
              <a:buSzPct val="100000"/>
              <a:buAutoNum type="arabicPeriod"/>
            </a:pP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Tampilkan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luas</a:t>
            </a:r>
            <a:r>
              <a:rPr lang="en-US" cap="none" dirty="0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 </a:t>
            </a:r>
            <a:r>
              <a:rPr lang="en-US" cap="none" dirty="0" err="1">
                <a:ln w="0"/>
                <a:latin typeface="Consolas" panose="020B0609020204030204" pitchFamily="49" charset="0"/>
                <a:ea typeface="Adobe Song Std L" panose="02020300000000000000" pitchFamily="18" charset="-128"/>
                <a:cs typeface="Courier New" panose="02070309020205020404" pitchFamily="49" charset="0"/>
              </a:rPr>
              <a:t>persegi</a:t>
            </a:r>
            <a:endParaRPr lang="en-US" cap="none" dirty="0">
              <a:ln w="0"/>
              <a:latin typeface="Consolas" panose="020B0609020204030204" pitchFamily="49" charset="0"/>
              <a:ea typeface="Adobe Song Std L" panose="02020300000000000000" pitchFamily="18" charset="-128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4814047"/>
            <a:ext cx="10546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Selanjutnya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kita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membahas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PSEUDOCODE </a:t>
            </a:r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dibahas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MaPel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368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63B6C-0F78-3B18-A9DF-84DB70D8D7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303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376</TotalTime>
  <Words>834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Impact</vt:lpstr>
      <vt:lpstr>Times New Roman</vt:lpstr>
      <vt:lpstr>Main Event</vt:lpstr>
      <vt:lpstr>Logika dan algoritma dalam komputer serta penerapannya</vt:lpstr>
      <vt:lpstr>A. Konsep logika dan algoritma</vt:lpstr>
      <vt:lpstr>A. Konsep logika dan algoritma</vt:lpstr>
      <vt:lpstr>PowerPoint Presentation</vt:lpstr>
      <vt:lpstr>PowerPoint Presentation</vt:lpstr>
      <vt:lpstr>b. Menilai dan Kriteria Suatu Algoritma</vt:lpstr>
      <vt:lpstr>c. Struktur Dasar Algoritma</vt:lpstr>
      <vt:lpstr>c. Penulisan algoritma</vt:lpstr>
      <vt:lpstr>Berikut ini contoh penulisan algoritma dalam pemrograman komputer dengan kalimat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Logika dan algoritma dalam komputer serta penerapannya</dc:title>
  <dc:creator>rionaldi halim</dc:creator>
  <cp:lastModifiedBy>rionaldi halim</cp:lastModifiedBy>
  <cp:revision>15</cp:revision>
  <dcterms:created xsi:type="dcterms:W3CDTF">2020-07-20T03:45:46Z</dcterms:created>
  <dcterms:modified xsi:type="dcterms:W3CDTF">2026-07-15T01:46:11Z</dcterms:modified>
</cp:coreProperties>
</file>